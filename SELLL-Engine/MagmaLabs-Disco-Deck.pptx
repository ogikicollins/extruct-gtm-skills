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34088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54864"/>
            <a:ext cx="4361688" cy="56692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4630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Prepared for:  Carlos Rocha  |  MagmaLabs</a:t>
            </a:r>
          </a:p>
        </p:txBody>
      </p:sp>
      <p:pic>
        <p:nvPicPr>
          <p:cNvPr id="8" name="Picture 7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01168"/>
            <a:ext cx="2651760" cy="5833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4173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Great Tech. Wrong Channels.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771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E8B830"/>
                </a:solidFill>
              </a:rPr>
              <a:t>A system that turns your signals into meetings.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548640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16382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Based on your conversation today -- here is what we heard, what it means, and exactly what we build.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822191"/>
            <a:ext cx="27432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4040"/>
                </a:solidFill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Active outbound sequences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3822191"/>
            <a:ext cx="2743200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215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4040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Intent-triggered campaigns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822191"/>
            <a:ext cx="2743200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A020"/>
                </a:solidFill>
              </a:rPr>
              <a:t>5+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Weekly ICP signals unfired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89720" y="3822191"/>
            <a:ext cx="2743200" cy="87782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89720" y="3822191"/>
            <a:ext cx="2743200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3913632"/>
            <a:ext cx="2377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B830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43159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Fragmented channels, 1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11064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99"/>
                </a:solidFill>
              </a:rPr>
              <a:t>SELLL.io  |  Signal-Intelligent Revenue Engine  |  selll.io/audit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WHAT WE HEARD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85216"/>
            <a:ext cx="91440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</a:rPr>
              <a:t>Six Things You Said.
We Were Listening.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8899"/>
                </a:solidFill>
              </a:rPr>
              <a:t>This deck was rebuilt after our call -- not before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3230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3230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Inbound is arriving, not converting.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6265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 have traffic. It is not turning into pipeline. No intent signals, no follow-up motion, no system connecting a visit to a conversation.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43230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43230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560320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Campaigns are fragmented.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96265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Multiple channels, multiple messages, zero cohesion. Each campaign lives in isolation. Nothing compounds. Nothing learns.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384962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" y="384962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7763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No SDR. No cold calling. No outbound.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7997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Every new client you have came from someone who already knew you. There is no system running in the background finding the ones who don't.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4962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84962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97763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You're on LinkedIn. Not reading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37997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A presence is not a pipeline. You are broadcasting into LinkedIn without monitoring the signals that should be triggering your outreach.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" y="526694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" y="526694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5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Instagram is a primary channel.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79729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buyers -- startup CTOs, VPs Engineering, Series A founders -- do not open Instagram to find their next nearshore dev partner. That spend is building brand in the wrong room.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5266944"/>
            <a:ext cx="5650992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5266944"/>
            <a:ext cx="45720" cy="1207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5394959"/>
            <a:ext cx="5285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B830"/>
                </a:solidFill>
              </a:rPr>
              <a:t>No intent-led campaigns.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5797296"/>
            <a:ext cx="52852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Everything you run is push. Nothing is triggered by what a buyer does. No signal-to-sequence. No timing. No relevance layer.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THE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The Problem Is Not
"More Traffic."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005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More traffic into a broken conversion motion produces more of nothing. The problem is architecture.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77440"/>
            <a:ext cx="1124712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54203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42032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68833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040"/>
                </a:solidFill>
              </a:rPr>
              <a:t>INBOUND WITHOUT 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09067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Traffic exists. Conversion doesn't. Visitors arrive with no signal attached, no urgency detected, no follow-up sequence firing. You're catching water in your hands.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54203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542032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68833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4040"/>
                </a:solidFill>
              </a:rPr>
              <a:t>FRAGMENTED = ZERO COMPOUNDING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9067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Instagram here. LinkedIn there. A campaign that ran last quarter. Fragmented campaigns cannot compound. Each one starts from scratch. Nothing you build carries forward.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446227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" y="4462272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60857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A020"/>
                </a:solidFill>
              </a:rPr>
              <a:t>WRONG CHANNEL FOR YOUR BUYER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01091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Instagram is a discovery platform for consumers. Your ICP -- startup CTOs, Series A founders, VPs Engineering -- uses Instagram for design inspiration, not vendor selection. You are paying to be invisible to the right people.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462272"/>
            <a:ext cx="5650992" cy="1719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462272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608576"/>
            <a:ext cx="5285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A020"/>
                </a:solidFill>
              </a:rPr>
              <a:t>LINKEDIN AS BROADCAST, NOT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528523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You post. You don't listen. LinkedIn is the richest B2B intent signal layer available -- funding announcements, CTO hires, engineering spikes -- and none of it is triggering a single message from MagmaLabs.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A020"/>
                </a:solidFill>
              </a:rPr>
              <a:t>CHANNEL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1440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Your Buyers Are Not
Where Your Budget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This is not a content quality problem. It is a channel selection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408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87168"/>
            <a:ext cx="5394960" cy="4005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87168"/>
            <a:ext cx="5394960" cy="54864"/>
          </a:xfrm>
          <a:prstGeom prst="rect">
            <a:avLst/>
          </a:prstGeom>
          <a:solidFill>
            <a:srgbClr val="C13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13584"/>
                </a:solidFill>
              </a:rPr>
              <a:t>INSTAGRAM  (Current spend)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626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sees your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626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Designers, other agencies, your own team, consumers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198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makes decisions there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198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Nobody buying $20K/month dev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Avg. B2B vendor decision made on 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8770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3342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Your ICP's primary use of 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3342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Scrolling product inspiration at 9pm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914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Engagement you 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7914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Likes from people who will never buy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24865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Pipeline it generates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5248656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Untrackable. Unattributable. Zero.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B830"/>
                </a:solidFill>
              </a:rPr>
              <a:t>--&gt;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2487168"/>
            <a:ext cx="5230368" cy="40050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10528" y="2487168"/>
            <a:ext cx="5230368" cy="54864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56832" y="259689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7B5"/>
                </a:solidFill>
              </a:rPr>
              <a:t>LINKEDIN  (Where to be)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832" y="29626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announces funding rounds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29626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exact ICP -- every 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34198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posts 'just hired a new CTO'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34198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Your trigger event -- firing weekly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38770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asks 'need Rails devs ASAP'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38770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C870"/>
                </a:solidFill>
              </a:rPr>
              <a:t>Active buying intent, public signal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56832" y="43342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Who reads thought leadership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576" y="43342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The CTOs and founders who hire you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47914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Signal layer available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47914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Funding, hires, job spikes, stack posts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5248656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99"/>
                </a:solidFill>
              </a:rPr>
              <a:t>SELLL pipeline it generates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0576" y="524865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3-9 qualified meetings / month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556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SELLL monitors LinkedIn signal layer daily and fires sequences within 24 hours of each trigger.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LIVE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5 Signals Firing This Week
Inside Your ICP. Nobody Watching.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8"/>
                </a:solidFill>
              </a:rPr>
              <a:t>Not hypothetical prospects. Real events happening right now in companies that buy exactly what MagmaLabs sells.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59152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505456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05456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3" y="2596896"/>
            <a:ext cx="1051560" cy="25603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5" y="2633472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96896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[S]  Series A / Seed Raised -- Last 60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2926080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Board wants roadmap shipped. FTE hiring takes 4-6 months. Nearshore augmentation is the logical bridge. MagmaLabs fires no sequence. Gorilla Logic and BairesDev 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505456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505456"/>
            <a:ext cx="5650992" cy="4572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4224" y="2596896"/>
            <a:ext cx="1051560" cy="25603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633472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596896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[H]  5+ Engineering Roles Posted Simultaneously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926080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They are overwhelmed. Capacity is the immediate problem. No amount of Instagram content reaches them at this moment. A signal-triggered cold email does.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3712463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712463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3" y="3803903"/>
            <a:ext cx="1051560" cy="256032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5" y="3840479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3803903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[C]  New CTO Joined &lt; 60 Days Ago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3" y="4133087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Vendor audit. Stack evaluation. First 90 days. The window to become a 'day one' relationship is exactly 60 days. After that, another shop owns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712463"/>
            <a:ext cx="5650992" cy="98755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712463"/>
            <a:ext cx="565099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64224" y="3803903"/>
            <a:ext cx="1051560" cy="256032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840479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803903"/>
            <a:ext cx="416966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[L]  LinkedIn Post: AI Integration / Rails Modernization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133087"/>
            <a:ext cx="5321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Founders publicly asking how to add AI to their Rails app. MagmaLabs has the AI Code Cleanup service. Zero sequences pointing at this public buying signal.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4919472"/>
            <a:ext cx="11612880" cy="8961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" y="4919472"/>
            <a:ext cx="11612880" cy="457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3503" y="5010912"/>
            <a:ext cx="1051560" cy="256032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5" y="5047488"/>
            <a:ext cx="90525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OPPTY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010912"/>
            <a:ext cx="1013155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[PH]  ProductHunt Launch This Week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3" y="5340096"/>
            <a:ext cx="112836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Validation achieved. Now they need to build v2 fast. No runway for full-time hires. Partner search starts this week. Are you in that conversation?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YOUR INBOUND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Traffic Without Intent Is
Just Expensive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8"/>
                </a:solidFill>
              </a:rPr>
              <a:t>The problem is not volume. It is what happens the moment someone lands.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40864"/>
            <a:ext cx="1124712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487168"/>
            <a:ext cx="5394960" cy="40233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87168"/>
            <a:ext cx="5394960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CURRENT: TRAFFIC FALLS INTO A HOLE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980944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03580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Visitor lands on magmalabs.io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383279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43814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Sees good design. Reads a case study.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785615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84047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chat. No offer. No low-friction CTA.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4187952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24281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retargeting sequence fires.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4590288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645151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No signal captured about what they looked 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4992624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0474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They close the tab.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5394960"/>
            <a:ext cx="5321808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544982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MagmaLabs never knows they were there.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" y="5797296"/>
            <a:ext cx="5321808" cy="347472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852159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Pipeline: ZERO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1888" y="4315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B830"/>
                </a:solidFill>
              </a:rPr>
              <a:t>--&gt;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10528" y="2487168"/>
            <a:ext cx="5230368" cy="40233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10528" y="2487168"/>
            <a:ext cx="5230368" cy="54864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56832" y="2596896"/>
            <a:ext cx="4974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8C870"/>
                </a:solidFill>
              </a:rPr>
              <a:t>WITH SELLL: EVERY VISIT BECOMES INTELLIGENCE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47104" y="2980944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303580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Visitor lands -- intent data captured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7104" y="3383279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3438144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ICP match? Sequence fires within 24h.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47104" y="3785615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3408" y="3840479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$499 AI Audit CTA for cold visitors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47104" y="4187952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3408" y="4242816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Exit intent triggers free GTM audit offer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47104" y="4590288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93408" y="4645151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Retargeting synced to LinkedIn + email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47104" y="4992624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5047488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Sales nav alert if prospect is a signal match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47104" y="5394960"/>
            <a:ext cx="5157216" cy="34747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5449824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Carlos gets a daily pipeline summary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47104" y="5797296"/>
            <a:ext cx="5157216" cy="3474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93408" y="5852159"/>
            <a:ext cx="497433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Pipeline: COMPOUNDING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Six Things We Build.
All of Them Running in 14 Days.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48256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048256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048256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57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5798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Signal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2560320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Daily monitoring of 5 live triggers: Series A/Seed, 5+ eng hires, new CTO, ProductHunt launches, Rails/AI modernization posts. Every firing signal enters your outbound pipeline automatically.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048256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048256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157984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215798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 Signal-Triggered Sequences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Funding Signal -- New CTO -- Engineering Spike -- AI Services ICP. Each sequence fires within 24 hours of the trigger. Each references the exact signal to earn the reply.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3566160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" y="3566160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566160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367588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6758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Inbound Conversion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40782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Intent capture on magmalabs.io. $499 AI Audit as low-friction CTA. Exit intent trigger. Every visit becomes an identifiable pipeline event. Retargeting loop on LinkedIn and email for warm visitors.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566160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566160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3566160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675888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367588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LinkedIn Signal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4078224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Stop broadcasting. Start listening. We configure Sales Navigator to surface your exact trigger events. You get a daily alert of every ICP signal that fired overnight.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5084064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5084064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" y="5084064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519379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19379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Carlos LinkedIn Content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3" y="5596128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2 posts per week built around your buyers' live problems: AI integration, Rails scaling, team gaps at Series A. Distribution for the brand that Clutch reviews have already proven.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084064"/>
            <a:ext cx="5650992" cy="135331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5084064"/>
            <a:ext cx="54864" cy="1353312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5084064"/>
            <a:ext cx="565099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5193792"/>
            <a:ext cx="457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7728" y="519379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Full Infrastructure + Reporting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5596128"/>
            <a:ext cx="5321808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Domain warmup. SPF/DKIM/DMARC. Clay + Apollo + Salesforge. 20+ tools orchestrated into one pipeline. Monthly reporting: sent, replies, meetings, pipeline generated.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WHAT IT SOUNDS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Three Sequences. Day 1.
Triggered by Signal, Not Calendar.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048256"/>
            <a:ext cx="3730752" cy="457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3" y="2157984"/>
            <a:ext cx="1005840" cy="2743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Funding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E8B830"/>
                </a:solidFill>
              </a:rPr>
              <a:t>Subject: after the raise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Congrats on the round. Next 90 days: board wants roadmap, product needs to ship faster than your team can staff. FTE Rails hiring takes 4-6 months. We've built for 200+ companies at this exact moment -- Spin, Genoa, Mud\Wtr. Rails, React, AI. Senior LATAM engineers, 2-week onboard. 15 mins before your next sprint planning? -- Carlos, MagmaLabs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4256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2048256"/>
            <a:ext cx="3730752" cy="457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98848" y="2157984"/>
            <a:ext cx="1005840" cy="27432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New CTO (60-Day Window)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F0A020"/>
                </a:solidFill>
              </a:rPr>
              <a:t>Subject: the first 90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Congrats on joining [Company]. First 90 days usually surface the same three things: a delivery gap, a sprint backlog nobody wants to own, and a hiring plan running 3 months behind where you need it. We work with technical leaders at your stage as dedicated nearshore build team. Obie Fernandez -- author of The Rails 5 Way, Solidus board -- leads our consulting. 20 mins to compare notes on what you've found so far? -- Carlos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2048256"/>
            <a:ext cx="3730752" cy="4462272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048256"/>
            <a:ext cx="3730752" cy="457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2157984"/>
            <a:ext cx="1005840" cy="27432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2194560"/>
            <a:ext cx="85953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SEQ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2542032"/>
            <a:ext cx="3401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AI Services ICP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2962656"/>
            <a:ext cx="34015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28C870"/>
                </a:solidFill>
              </a:rPr>
              <a:t>Subject: Rails + AI -- 7 days to 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3291840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D8"/>
                </a:solidFill>
              </a:rPr>
              <a:t>[Name], Saw [Company] is adding AI to your stack. Most Rails codebases aren't AI-ready out of the box -- wrong data models, no async infrastructure, no LLM error handling. We run a $499 AI Readiness Audit: 2-day turnaround, full report, no obligation. If the audit shows work worth doing, we have a team that ships in 7 days. Want the audit? -- Carlos, MagmaLabs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PROJECTED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What This System Produces
for MagmaLabs.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2066543"/>
            <a:ext cx="3621024" cy="36576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130551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392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Conservative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6539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1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Realistic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42832" y="2066543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2130551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Upside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468879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532887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Prospects contacted / 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9392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6539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1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42832" y="2468879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25328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500+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2871215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935223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Signal-triggered reply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8795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9392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539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1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42832" y="2871215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34272" y="2935223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273552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3375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Replies / 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8795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6539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56831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42832" y="3273552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333756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40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" y="3675887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73989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Discovery calls booked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8795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9392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6539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56831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42832" y="3675887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34272" y="373989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" y="4078224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41422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Close rate (warm ICP)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8795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79392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25%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6539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56831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42832" y="4078224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34272" y="41422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8912" y="4480560"/>
            <a:ext cx="36210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45445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New engagements / month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8795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9392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0.75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6539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56831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2832" y="4480560"/>
            <a:ext cx="2249424" cy="365760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34272" y="45445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8912" y="4882896"/>
            <a:ext cx="36210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0352" y="49469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Avg. project 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8795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79392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$20K/mo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6539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56831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B830"/>
                </a:solidFill>
              </a:rPr>
              <a:t>$20K/mo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42832" y="4882896"/>
            <a:ext cx="2249424" cy="36576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34272" y="494690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CCD8"/>
                </a:solidFill>
              </a:rPr>
              <a:t>$20K/mo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12" y="5285231"/>
            <a:ext cx="36210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53492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New ARR added / month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8795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79392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$180K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6539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56831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$720K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42832" y="5285231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34272" y="534924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$1.92M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12" y="5687568"/>
            <a:ext cx="36210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0352" y="575157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1A2E"/>
                </a:solidFill>
              </a:rPr>
              <a:t>Annual net-new ARR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8795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79392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$2.16M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6539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56831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$8.64M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42832" y="5687568"/>
            <a:ext cx="2249424" cy="3657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034272" y="575157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$23M+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64556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B830"/>
                </a:solidFill>
              </a:rPr>
              <a:t>At conservative: replaces Genoa's lost ARR in 12 months. At realistic: MagmaLabs doubles revenue from net-new outbound alone.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A020"/>
                </a:solidFill>
              </a:rPr>
              <a:t>THE NUMBER NOBODY CALCULATES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9601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You Pay $144K a Year
to Not Have a GTM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99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8"/>
                </a:solidFill>
              </a:rPr>
              <a:t>Your referral program: 5% of monthly billable for 12 months. Per $20K/month client, that is $12,000 in referral fees over the 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542032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542032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70662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new client ($20K/mo) via referral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70662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$1,000/mo x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706624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$12,000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" y="3346703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346703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51129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 new clients per quarter via referral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51129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$12,000 x 4 quarters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511296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$48,000 / quarter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4151376"/>
            <a:ext cx="11301984" cy="676656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" y="4151376"/>
            <a:ext cx="54864" cy="676656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1596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Annual referral commission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3159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0A020"/>
                </a:solidFill>
              </a:rPr>
              <a:t>3 clients/qtr x $12K 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315968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E84040"/>
                </a:solidFill>
              </a:rPr>
              <a:t>$144,000 / year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956048"/>
            <a:ext cx="11301984" cy="67665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956048"/>
            <a:ext cx="54864" cy="67665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12064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What that $144K buys at SELLL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51206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1A2E"/>
                </a:solidFill>
              </a:rPr>
              <a:t>Full signal system, all channels, IP yours at exit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120640"/>
            <a:ext cx="29992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1A2E"/>
                </a:solidFill>
              </a:rPr>
              <a:t>Fraction of $144K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8873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D8"/>
                </a:solidFill>
              </a:rPr>
              <a:t>A referral program is not a GTM strategy. It is an acknowledgment that you don't have one. SELLL replaces it with infrastructure you own permanently.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B830"/>
                </a:solidFill>
              </a:rPr>
              <a:t>Month-to-month. No lock-in. Walk away if we miss. Most clients stay 12+ months.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228600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2011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THE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530352"/>
            <a:ext cx="73152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Choose How Fast
You Want to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55648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920240"/>
            <a:ext cx="3730752" cy="54864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Outbound only, start 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+ 2 signal-triggered sequences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+ 200 prospects/month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Email + LinkedIn outreach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Domain warmup + deliverability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Monthly strategy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IP ownership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4256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4256" y="1920240"/>
            <a:ext cx="37307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98848" y="2029968"/>
            <a:ext cx="1737360" cy="27432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066544"/>
            <a:ext cx="159105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RECOMMENDED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B830"/>
                </a:solidFill>
              </a:rPr>
              <a:t>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Recommended for MagmaLabs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+ 4 sequences (incl. AI ICP)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+ 350 prospects/month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Email + LinkedIn + cold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Inbound conversion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Carlos LinkedIn content 2x/wk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LinkedIn signal layer (daily alerts)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Bi-weekly iteration + reporting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5961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 Full IP ownership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1920240"/>
            <a:ext cx="3730752" cy="466344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1920240"/>
            <a:ext cx="3730752" cy="54864"/>
          </a:xfrm>
          <a:prstGeom prst="rect">
            <a:avLst/>
          </a:prstGeom>
          <a:solidFill>
            <a:srgbClr val="2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4140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79806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CCCD8"/>
                </a:solidFill>
              </a:rPr>
              <a:t>Full GTM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14553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+ 6 sequences across all ICPs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47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+ 500+ prospects/month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950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All channels + warm intro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35254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exec brand program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754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Inbound + outbound unified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157216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Weekly sprint reviews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559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Dedicated SELLL strategist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961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D8"/>
                </a:solidFill>
              </a:rPr>
              <a:t>+ Full IP ownership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8B830"/>
                </a:solidFill>
              </a:rPr>
              <a:t>All plans: month-to-month  |  14-day launch  |  First meetings in 30 days  |  Full IP yours at exit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24944" y="0"/>
            <a:ext cx="64008" cy="685800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" y="0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" y="6803136"/>
            <a:ext cx="12124944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4040"/>
                </a:solidFill>
              </a:rPr>
              <a:t>THE CASE FOR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1792"/>
            <a:ext cx="86868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Four Reasons This Is
a This-Quarter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83664"/>
            <a:ext cx="11155680" cy="36576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084831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084831"/>
            <a:ext cx="5650992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84831"/>
            <a:ext cx="54864" cy="18836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128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4040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21284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Every week a signal fires and nobody responds.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0662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Series A founders, new CTOs, engineering hiring spikes -- these are happening right now. BairesDev and Gorilla Logic are running sequences against that list. MagmaLabs is not.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084831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084831"/>
            <a:ext cx="5650992" cy="548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84831"/>
            <a:ext cx="54864" cy="1883664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21284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84040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221284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Inbound is leaking pipeline today.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70662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People are visiting magmalabs.io. No intent is captured. No sequence fires. They leave. Every day without a conversion layer is pipeline walking out the door.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187952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" y="4187952"/>
            <a:ext cx="5650992" cy="548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4187952"/>
            <a:ext cx="54864" cy="18836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1596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A020"/>
                </a:solidFill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31596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Nortal acquired Nearsure. The window is tightening.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0974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600+ LATAM engineers. Enterprise reach. Boutique Rails shops that build outbound distribution now will own mid-market relationships before consolidation closes the gap.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187952"/>
            <a:ext cx="5650992" cy="1883664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187952"/>
            <a:ext cx="5650992" cy="548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187952"/>
            <a:ext cx="54864" cy="1883664"/>
          </a:xfrm>
          <a:prstGeom prst="rect">
            <a:avLst/>
          </a:prstGeom>
          <a:solidFill>
            <a:srgbClr val="F0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4315968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0A020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2592" y="4315968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Your AI services have no pipeline.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809744"/>
            <a:ext cx="5303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You launched AI prototypes, agents, and code cleanup. Nobody knows. The CTOs searching for exactly this cannot find MagmaLabs because there is no outbound pointing at them.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124944" y="0"/>
            <a:ext cx="64008" cy="685800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lll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82880"/>
            <a:ext cx="2560320" cy="563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0" y="25603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0B"/>
                </a:solidFill>
              </a:rPr>
              <a:t>ONE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85216"/>
            <a:ext cx="73152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Three Steps From
Here to First Meeting.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83664"/>
            <a:ext cx="11247120" cy="3657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3730752" cy="54864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54864" cy="4297680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1005840" cy="292608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Say yes to the Growth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We send a one-page agreement. Sign same day. No onboarding forms. No 30-day procurement. We start building the signal infrastructure the moment you sign.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6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2066543"/>
            <a:ext cx="3730752" cy="54864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4256" y="2066543"/>
            <a:ext cx="54864" cy="4297680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194560"/>
            <a:ext cx="1005840" cy="292608"/>
          </a:xfrm>
          <a:prstGeom prst="rect">
            <a:avLst/>
          </a:prstGeom>
          <a:solidFill>
            <a:srgbClr val="F5D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6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DAY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30-min kickoff with Carlos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Confirm ICP. Signal priorities. CRM and domain access. LinkedIn Sales Navigator setup. Clay + Salesforge infrastructure begins. By end of call, the build is live.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66543"/>
            <a:ext cx="3730752" cy="4297680"/>
          </a:xfrm>
          <a:prstGeom prst="rect">
            <a:avLst/>
          </a:prstGeom>
          <a:solidFill>
            <a:srgbClr val="262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2066543"/>
            <a:ext cx="3730752" cy="54864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066543"/>
            <a:ext cx="54864" cy="4297680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30768" y="2194560"/>
            <a:ext cx="1005840" cy="292608"/>
          </a:xfrm>
          <a:prstGeom prst="rect">
            <a:avLst/>
          </a:prstGeom>
          <a:solidFill>
            <a:srgbClr val="28C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231136"/>
            <a:ext cx="8595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DAY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596896"/>
            <a:ext cx="3383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First qualified meetings on your 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0768" y="3072384"/>
            <a:ext cx="34015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8"/>
                </a:solidFill>
              </a:rPr>
              <a:t>Sequences are firing by Day 14. First signal-triggered replies arrive by Day 20. First qualified discovery calls booked by Day 30. Carlos shows up and closes.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6400800"/>
            <a:ext cx="7790688" cy="402336"/>
          </a:xfrm>
          <a:prstGeom prst="rect">
            <a:avLst/>
          </a:prstGeom>
          <a:solidFill>
            <a:srgbClr val="E8B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6455664"/>
            <a:ext cx="7516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Ready to start?  Reply to this email  or  book at  selll.io/audit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49224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8899"/>
                </a:solidFill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